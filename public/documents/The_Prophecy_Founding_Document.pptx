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33109"/>
  <p:notesSz cx="5133109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clean_pages/clean-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3310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clean_pages/clean-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3310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clean_pages/clean-0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3310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clean_pages/clean-0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3310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clean_pages/clean-0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3310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clean_pages/clean-0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3310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clean_pages/clean-0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3310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clean_pages/clean-0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3310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clean_pages/clean-0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3310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clean_pages/clean-1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3310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clean_pages/clean-1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3310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clean_pages/clean-1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3310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clean_pages/clean-1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3310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clean_pages/clean-1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3310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clean_pages/clean-1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3310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clean_pages/clean-1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3310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clean_pages/clean-1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3310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clean_pages/clean-1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3310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clean_pages/clean-1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3310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clean_pages/clean-2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3310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clean_pages/clean-2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3310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clean_pages/clean-2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3310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2026-06-28T21:40:38Z</dcterms:created>
  <dcterms:modified xsi:type="dcterms:W3CDTF">2026-06-28T21:40:38Z</dcterms:modified>
</cp:coreProperties>
</file>